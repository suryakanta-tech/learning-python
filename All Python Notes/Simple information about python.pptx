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26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38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13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647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16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323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196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410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07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878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472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980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5015019-8EDC-5D3B-ABB0-79DDA08C984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2959" b="20791"/>
          <a:stretch>
            <a:fillRect/>
          </a:stretch>
        </p:blipFill>
        <p:spPr>
          <a:xfrm>
            <a:off x="0" y="-3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DB4DC9-B433-A714-C8AC-457914B42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978408"/>
            <a:ext cx="6841576" cy="2450592"/>
          </a:xfrm>
        </p:spPr>
        <p:txBody>
          <a:bodyPr anchor="t">
            <a:normAutofit fontScale="90000"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Learning Basic Python from Scratch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E47837-475F-4DAA-E691-6B5EE5DEE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69" y="3545395"/>
            <a:ext cx="5868183" cy="1724029"/>
          </a:xfrm>
        </p:spPr>
        <p:txBody>
          <a:bodyPr anchor="t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Author – Suryakanta Pradhan | ODISHA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5396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8FFB3-08B6-4AF3-4763-A6E4E975D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1420860"/>
            <a:ext cx="11155680" cy="820895"/>
          </a:xfrm>
        </p:spPr>
        <p:txBody>
          <a:bodyPr/>
          <a:lstStyle/>
          <a:p>
            <a:r>
              <a:rPr lang="en-US" b="0" dirty="0"/>
              <a:t>What is python?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86B7B-2782-E7A0-416D-255D780BA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241755"/>
            <a:ext cx="11155680" cy="4104181"/>
          </a:xfrm>
        </p:spPr>
        <p:txBody>
          <a:bodyPr/>
          <a:lstStyle/>
          <a:p>
            <a:pPr marL="0" indent="0" algn="just">
              <a:buNone/>
            </a:pPr>
            <a:endParaRPr lang="en-GB" dirty="0"/>
          </a:p>
          <a:p>
            <a:pPr algn="just"/>
            <a:r>
              <a:rPr lang="en-GB" sz="2000" dirty="0"/>
              <a:t>Python is a </a:t>
            </a:r>
            <a:r>
              <a:rPr lang="en-GB" sz="2000" b="1" dirty="0"/>
              <a:t>High-Level Programming Language</a:t>
            </a:r>
            <a:r>
              <a:rPr lang="en-GB" sz="2000" dirty="0"/>
              <a:t>.</a:t>
            </a:r>
          </a:p>
          <a:p>
            <a:pPr algn="just"/>
            <a:r>
              <a:rPr lang="en-GB" sz="2000" i="1" dirty="0"/>
              <a:t>High-Level means Programmer friendly Programming Language. This means we are not required to worry about Low-level things [i.e., Memory management, security, destroying the objects and so on.] </a:t>
            </a:r>
          </a:p>
          <a:p>
            <a:pPr algn="just"/>
            <a:r>
              <a:rPr lang="en-GB" sz="2000" i="1" dirty="0"/>
              <a:t>By simply seeing the code programmer can understand the program. He can write the code very easily. </a:t>
            </a:r>
          </a:p>
          <a:p>
            <a:pPr algn="just"/>
            <a:r>
              <a:rPr lang="en-GB" sz="2000" i="1" dirty="0"/>
              <a:t>High level languages are Programmer friendly languages but not machine friendly languages.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030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CF897-D585-0150-A7B1-BD21EB1D5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33856"/>
          </a:xfrm>
        </p:spPr>
        <p:txBody>
          <a:bodyPr/>
          <a:lstStyle/>
          <a:p>
            <a:r>
              <a:rPr lang="en-US" b="0" dirty="0"/>
              <a:t>Continued……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F7BA2-F4CA-8D1C-9FA9-B3690DA42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112264"/>
            <a:ext cx="11155680" cy="3767328"/>
          </a:xfrm>
        </p:spPr>
        <p:txBody>
          <a:bodyPr/>
          <a:lstStyle/>
          <a:p>
            <a:pPr algn="just"/>
            <a:r>
              <a:rPr lang="en-GB" sz="2000" dirty="0"/>
              <a:t>Python is a </a:t>
            </a:r>
            <a:r>
              <a:rPr lang="en-GB" sz="2000" b="1" dirty="0"/>
              <a:t>General Purpose High Level Interpreted Programming Language</a:t>
            </a:r>
            <a:r>
              <a:rPr lang="en-GB" sz="2000" dirty="0"/>
              <a:t>. </a:t>
            </a:r>
          </a:p>
          <a:p>
            <a:pPr algn="just"/>
            <a:r>
              <a:rPr lang="en-GB" sz="2000" dirty="0"/>
              <a:t>Here, General Purpose means Python is not specific to a particular area, happily we can use Python for any type of application areas. </a:t>
            </a:r>
          </a:p>
          <a:p>
            <a:pPr algn="just"/>
            <a:r>
              <a:rPr lang="en-GB" sz="2000" dirty="0"/>
              <a:t>For example, Desktop Applications, Web Applications, Data Science Applications, Machine learning applications and so on. </a:t>
            </a:r>
          </a:p>
          <a:p>
            <a:pPr algn="just"/>
            <a:r>
              <a:rPr lang="en-GB" sz="2000" dirty="0"/>
              <a:t>Everywhere we can use Python.</a:t>
            </a:r>
            <a:endParaRPr lang="en-IN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722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3E2B-B284-021E-C4A1-5C1633081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24134"/>
          </a:xfrm>
        </p:spPr>
        <p:txBody>
          <a:bodyPr/>
          <a:lstStyle/>
          <a:p>
            <a:r>
              <a:rPr lang="en-US" b="0" dirty="0"/>
              <a:t>Who developed python?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35C6F-A58A-BE06-47DB-4CF8988AF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112264"/>
            <a:ext cx="11155680" cy="3767328"/>
          </a:xfrm>
        </p:spPr>
        <p:txBody>
          <a:bodyPr/>
          <a:lstStyle/>
          <a:p>
            <a:pPr algn="just"/>
            <a:r>
              <a:rPr lang="en-GB" sz="2000" dirty="0"/>
              <a:t>Guido Van Rossum developed Python language while working in National Research Institute (NRI) in Netherland in the year 1989.</a:t>
            </a:r>
          </a:p>
          <a:p>
            <a:pPr algn="just"/>
            <a:r>
              <a:rPr lang="en-GB" sz="2000" dirty="0"/>
              <a:t>Officially Python was made available to public in 1991. The official Date of Birth for Python is : Feb 20th 1991.</a:t>
            </a:r>
          </a:p>
          <a:p>
            <a:pPr algn="just"/>
            <a:r>
              <a:rPr lang="en-IN" sz="2000" dirty="0"/>
              <a:t>Python become popular in the year 2019.</a:t>
            </a:r>
            <a:endParaRPr lang="en-GB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15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43879-3865-71E6-F7FD-82EEB44F1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12624"/>
          </a:xfrm>
        </p:spPr>
        <p:txBody>
          <a:bodyPr/>
          <a:lstStyle/>
          <a:p>
            <a:r>
              <a:rPr lang="en-US" b="0" dirty="0"/>
              <a:t>Why the name python?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FCED6-109C-FDD8-822C-52F093BD3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12264"/>
            <a:ext cx="11155680" cy="3767328"/>
          </a:xfrm>
        </p:spPr>
        <p:txBody>
          <a:bodyPr/>
          <a:lstStyle/>
          <a:p>
            <a:pPr algn="just"/>
            <a:r>
              <a:rPr lang="en-GB" sz="2000" dirty="0"/>
              <a:t>If you are a fan of any hero or heroine or political leader, generally you are trying to use same name for your passwords or user ids. It's a very common practice.</a:t>
            </a:r>
          </a:p>
          <a:p>
            <a:pPr algn="just"/>
            <a:r>
              <a:rPr lang="en-GB" sz="2000" dirty="0"/>
              <a:t>In The same, Guido Van Rossum also very much impressed with one fun show, </a:t>
            </a:r>
            <a:r>
              <a:rPr lang="en-GB" sz="2000" b="1" dirty="0"/>
              <a:t>The Complete Monty Python's Flying Circus</a:t>
            </a:r>
            <a:r>
              <a:rPr lang="en-GB" sz="2000" dirty="0"/>
              <a:t>, which was broadcasted in BBC from 1969 to 1974. From this show name, he selected the word Python to his programming language</a:t>
            </a:r>
            <a:r>
              <a:rPr lang="en-GB" dirty="0"/>
              <a:t>.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118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250C5-2F39-65A6-4CE4-2103CA21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27373"/>
          </a:xfrm>
        </p:spPr>
        <p:txBody>
          <a:bodyPr/>
          <a:lstStyle/>
          <a:p>
            <a:r>
              <a:rPr lang="en-US" b="0" dirty="0"/>
              <a:t>Python as an all rounder…..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07191-C5F3-7F58-1080-D0948ACC2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12264"/>
            <a:ext cx="11155680" cy="3767328"/>
          </a:xfrm>
        </p:spPr>
        <p:txBody>
          <a:bodyPr/>
          <a:lstStyle/>
          <a:p>
            <a:pPr algn="just"/>
            <a:r>
              <a:rPr lang="en-GB" sz="2000" dirty="0"/>
              <a:t>Python can be used as Functional programming like C,</a:t>
            </a:r>
          </a:p>
          <a:p>
            <a:pPr algn="just"/>
            <a:r>
              <a:rPr lang="en-GB" sz="2000" dirty="0"/>
              <a:t>Object Oriented Programming like C++ </a:t>
            </a:r>
          </a:p>
          <a:p>
            <a:pPr algn="just"/>
            <a:r>
              <a:rPr lang="en-GB" sz="2000" dirty="0"/>
              <a:t>Scripting language like Perl, Shell Script. </a:t>
            </a:r>
          </a:p>
          <a:p>
            <a:pPr algn="just"/>
            <a:r>
              <a:rPr lang="en-GB" sz="2000" dirty="0"/>
              <a:t>So, Python is considered as </a:t>
            </a:r>
            <a:r>
              <a:rPr lang="en-GB" sz="2000" b="1" dirty="0"/>
              <a:t>All Rounder</a:t>
            </a:r>
            <a:r>
              <a:rPr lang="en-GB" sz="2000" dirty="0"/>
              <a:t>. Python can enjoy the benefits of all types of programming language paradigms.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476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AF4C3-0730-BAAA-557B-B6C7AAB0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38882"/>
          </a:xfrm>
        </p:spPr>
        <p:txBody>
          <a:bodyPr/>
          <a:lstStyle/>
          <a:p>
            <a:r>
              <a:rPr lang="en-US" b="0" dirty="0"/>
              <a:t>Features…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E6E09-734B-14D2-6758-47084C920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12264"/>
            <a:ext cx="11155680" cy="3767328"/>
          </a:xfrm>
        </p:spPr>
        <p:txBody>
          <a:bodyPr/>
          <a:lstStyle/>
          <a:p>
            <a:r>
              <a:rPr lang="en-GB" sz="2000" dirty="0"/>
              <a:t>Simple and easy to learn.</a:t>
            </a:r>
          </a:p>
          <a:p>
            <a:r>
              <a:rPr lang="en-IN" sz="2000" dirty="0"/>
              <a:t>Freeware and Open Source.</a:t>
            </a:r>
          </a:p>
          <a:p>
            <a:r>
              <a:rPr lang="en-IN" sz="2000" dirty="0"/>
              <a:t>Platform Independent.</a:t>
            </a:r>
          </a:p>
          <a:p>
            <a:r>
              <a:rPr lang="en-IN" sz="2000" dirty="0"/>
              <a:t>Portability.</a:t>
            </a:r>
          </a:p>
          <a:p>
            <a:r>
              <a:rPr lang="en-IN" sz="2000" dirty="0"/>
              <a:t>Embedded.</a:t>
            </a:r>
          </a:p>
          <a:p>
            <a:r>
              <a:rPr lang="en-IN" sz="2000" dirty="0"/>
              <a:t>Extensive Library.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634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F217C-B615-FE7F-B569-55D041F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71618"/>
          </a:xfrm>
        </p:spPr>
        <p:txBody>
          <a:bodyPr/>
          <a:lstStyle/>
          <a:p>
            <a:r>
              <a:rPr lang="en-US" b="0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D83C6-67E6-E6D0-06A4-9B9A18A4E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12264"/>
            <a:ext cx="11155680" cy="3767328"/>
          </a:xfrm>
        </p:spPr>
        <p:txBody>
          <a:bodyPr/>
          <a:lstStyle/>
          <a:p>
            <a:r>
              <a:rPr lang="en-GB" sz="2000" dirty="0"/>
              <a:t>Suppose We want to develop mobile applications, Python is the worst choice.</a:t>
            </a:r>
          </a:p>
          <a:p>
            <a:r>
              <a:rPr lang="en-GB" sz="2000" dirty="0"/>
              <a:t>Python is interpreted programming language, here execution can be done line by line. That's why performance wise Python is not good.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98653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413</Words>
  <Application>Microsoft Office PowerPoint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Bierstadt</vt:lpstr>
      <vt:lpstr>GestaltVTI</vt:lpstr>
      <vt:lpstr>Learning Basic Python from Scratch</vt:lpstr>
      <vt:lpstr>What is python?</vt:lpstr>
      <vt:lpstr>Continued……</vt:lpstr>
      <vt:lpstr>Who developed python?</vt:lpstr>
      <vt:lpstr>Why the name python?</vt:lpstr>
      <vt:lpstr>Python as an all rounder…..</vt:lpstr>
      <vt:lpstr>Features…</vt:lpstr>
      <vt:lpstr>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Suryakanta Pradhan</dc:creator>
  <cp:lastModifiedBy>Suryakanta Pradhan</cp:lastModifiedBy>
  <cp:revision>1</cp:revision>
  <dcterms:created xsi:type="dcterms:W3CDTF">2026-04-01T08:49:03Z</dcterms:created>
  <dcterms:modified xsi:type="dcterms:W3CDTF">2026-04-01T09:04:44Z</dcterms:modified>
</cp:coreProperties>
</file>